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3" r:id="rId3"/>
    <p:sldId id="264" r:id="rId4"/>
    <p:sldId id="265" r:id="rId5"/>
    <p:sldId id="266" r:id="rId6"/>
    <p:sldId id="261" r:id="rId7"/>
    <p:sldId id="267" r:id="rId8"/>
    <p:sldId id="268" r:id="rId9"/>
    <p:sldId id="258" r:id="rId10"/>
    <p:sldId id="259" r:id="rId11"/>
    <p:sldId id="260" r:id="rId12"/>
    <p:sldId id="257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53944-2BC8-4FF5-8A23-D41DFC0A3157}" v="43" dt="2024-07-28T16:48:50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86667" autoAdjust="0"/>
  </p:normalViewPr>
  <p:slideViewPr>
    <p:cSldViewPr snapToGrid="0">
      <p:cViewPr varScale="1">
        <p:scale>
          <a:sx n="78" d="100"/>
          <a:sy n="78" d="100"/>
        </p:scale>
        <p:origin x="91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cal Lefebvre" userId="f1a0dbc70883107d" providerId="LiveId" clId="{09A53944-2BC8-4FF5-8A23-D41DFC0A3157}"/>
    <pc:docChg chg="undo custSel addSld modSld">
      <pc:chgData name="Pascal Lefebvre" userId="f1a0dbc70883107d" providerId="LiveId" clId="{09A53944-2BC8-4FF5-8A23-D41DFC0A3157}" dt="2024-07-28T16:49:45.951" v="156" actId="20577"/>
      <pc:docMkLst>
        <pc:docMk/>
      </pc:docMkLst>
      <pc:sldChg chg="modSp mod">
        <pc:chgData name="Pascal Lefebvre" userId="f1a0dbc70883107d" providerId="LiveId" clId="{09A53944-2BC8-4FF5-8A23-D41DFC0A3157}" dt="2024-07-24T14:45:40.908" v="17" actId="27636"/>
        <pc:sldMkLst>
          <pc:docMk/>
          <pc:sldMk cId="1990939412" sldId="256"/>
        </pc:sldMkLst>
        <pc:spChg chg="mod">
          <ac:chgData name="Pascal Lefebvre" userId="f1a0dbc70883107d" providerId="LiveId" clId="{09A53944-2BC8-4FF5-8A23-D41DFC0A3157}" dt="2024-07-24T14:45:40.908" v="17" actId="27636"/>
          <ac:spMkLst>
            <pc:docMk/>
            <pc:sldMk cId="1990939412" sldId="256"/>
            <ac:spMk id="2" creationId="{07852305-F16D-0872-EC7A-C41E3AA5CF27}"/>
          </ac:spMkLst>
        </pc:spChg>
        <pc:spChg chg="mod">
          <ac:chgData name="Pascal Lefebvre" userId="f1a0dbc70883107d" providerId="LiveId" clId="{09A53944-2BC8-4FF5-8A23-D41DFC0A3157}" dt="2024-07-24T13:46:57.006" v="13" actId="20577"/>
          <ac:spMkLst>
            <pc:docMk/>
            <pc:sldMk cId="1990939412" sldId="256"/>
            <ac:spMk id="3" creationId="{64B23F3D-2461-8346-9F8D-D2A5D9281904}"/>
          </ac:spMkLst>
        </pc:spChg>
      </pc:sldChg>
      <pc:sldChg chg="addSp modSp mod setBg">
        <pc:chgData name="Pascal Lefebvre" userId="f1a0dbc70883107d" providerId="LiveId" clId="{09A53944-2BC8-4FF5-8A23-D41DFC0A3157}" dt="2024-07-27T19:29:15.110" v="27" actId="26606"/>
        <pc:sldMkLst>
          <pc:docMk/>
          <pc:sldMk cId="1847343995" sldId="258"/>
        </pc:sldMkLst>
        <pc:spChg chg="mod ord">
          <ac:chgData name="Pascal Lefebvre" userId="f1a0dbc70883107d" providerId="LiveId" clId="{09A53944-2BC8-4FF5-8A23-D41DFC0A3157}" dt="2024-07-27T19:29:15.110" v="27" actId="26606"/>
          <ac:spMkLst>
            <pc:docMk/>
            <pc:sldMk cId="1847343995" sldId="258"/>
            <ac:spMk id="3" creationId="{5EDB8EEA-945F-7AA7-8CBB-A01FBCA4A8DA}"/>
          </ac:spMkLst>
        </pc:spChg>
        <pc:spChg chg="mod">
          <ac:chgData name="Pascal Lefebvre" userId="f1a0dbc70883107d" providerId="LiveId" clId="{09A53944-2BC8-4FF5-8A23-D41DFC0A3157}" dt="2024-07-27T19:29:15.110" v="27" actId="26606"/>
          <ac:spMkLst>
            <pc:docMk/>
            <pc:sldMk cId="1847343995" sldId="258"/>
            <ac:spMk id="4" creationId="{70E4FFD5-4C46-6098-5B02-3E00BFCC6E28}"/>
          </ac:spMkLst>
        </pc:spChg>
        <pc:spChg chg="add">
          <ac:chgData name="Pascal Lefebvre" userId="f1a0dbc70883107d" providerId="LiveId" clId="{09A53944-2BC8-4FF5-8A23-D41DFC0A3157}" dt="2024-07-27T19:29:15.110" v="27" actId="26606"/>
          <ac:spMkLst>
            <pc:docMk/>
            <pc:sldMk cId="1847343995" sldId="258"/>
            <ac:spMk id="1031" creationId="{F13A95FF-1A75-49AA-86AE-EED61BD0E408}"/>
          </ac:spMkLst>
        </pc:spChg>
        <pc:picChg chg="mod">
          <ac:chgData name="Pascal Lefebvre" userId="f1a0dbc70883107d" providerId="LiveId" clId="{09A53944-2BC8-4FF5-8A23-D41DFC0A3157}" dt="2024-07-27T19:29:15.110" v="27" actId="26606"/>
          <ac:picMkLst>
            <pc:docMk/>
            <pc:sldMk cId="1847343995" sldId="258"/>
            <ac:picMk id="1026" creationId="{C51BF644-8C40-DF30-71A6-A4CE5E677985}"/>
          </ac:picMkLst>
        </pc:picChg>
      </pc:sldChg>
      <pc:sldChg chg="addSp modSp mod setBg">
        <pc:chgData name="Pascal Lefebvre" userId="f1a0dbc70883107d" providerId="LiveId" clId="{09A53944-2BC8-4FF5-8A23-D41DFC0A3157}" dt="2024-07-27T19:29:24.858" v="28" actId="26606"/>
        <pc:sldMkLst>
          <pc:docMk/>
          <pc:sldMk cId="3524707553" sldId="260"/>
        </pc:sldMkLst>
        <pc:spChg chg="mod">
          <ac:chgData name="Pascal Lefebvre" userId="f1a0dbc70883107d" providerId="LiveId" clId="{09A53944-2BC8-4FF5-8A23-D41DFC0A3157}" dt="2024-07-27T19:29:24.858" v="28" actId="26606"/>
          <ac:spMkLst>
            <pc:docMk/>
            <pc:sldMk cId="3524707553" sldId="260"/>
            <ac:spMk id="2" creationId="{DAC863E1-D1BD-54CA-80BF-48CD6F877A5D}"/>
          </ac:spMkLst>
        </pc:spChg>
        <pc:spChg chg="add">
          <ac:chgData name="Pascal Lefebvre" userId="f1a0dbc70883107d" providerId="LiveId" clId="{09A53944-2BC8-4FF5-8A23-D41DFC0A3157}" dt="2024-07-27T19:29:24.858" v="28" actId="26606"/>
          <ac:spMkLst>
            <pc:docMk/>
            <pc:sldMk cId="3524707553" sldId="260"/>
            <ac:spMk id="10" creationId="{64C9EE1D-12BB-43F7-9A2A-893578DCA63A}"/>
          </ac:spMkLst>
        </pc:spChg>
        <pc:spChg chg="add">
          <ac:chgData name="Pascal Lefebvre" userId="f1a0dbc70883107d" providerId="LiveId" clId="{09A53944-2BC8-4FF5-8A23-D41DFC0A3157}" dt="2024-07-27T19:29:24.858" v="28" actId="26606"/>
          <ac:spMkLst>
            <pc:docMk/>
            <pc:sldMk cId="3524707553" sldId="260"/>
            <ac:spMk id="12" creationId="{43962A31-C54E-4762-B155-59777FED1C75}"/>
          </ac:spMkLst>
        </pc:spChg>
        <pc:spChg chg="add">
          <ac:chgData name="Pascal Lefebvre" userId="f1a0dbc70883107d" providerId="LiveId" clId="{09A53944-2BC8-4FF5-8A23-D41DFC0A3157}" dt="2024-07-27T19:29:24.858" v="28" actId="26606"/>
          <ac:spMkLst>
            <pc:docMk/>
            <pc:sldMk cId="3524707553" sldId="260"/>
            <ac:spMk id="14" creationId="{4B392D36-B685-45E0-B197-6EE5D748093B}"/>
          </ac:spMkLst>
        </pc:spChg>
        <pc:spChg chg="add">
          <ac:chgData name="Pascal Lefebvre" userId="f1a0dbc70883107d" providerId="LiveId" clId="{09A53944-2BC8-4FF5-8A23-D41DFC0A3157}" dt="2024-07-27T19:29:24.858" v="28" actId="26606"/>
          <ac:spMkLst>
            <pc:docMk/>
            <pc:sldMk cId="3524707553" sldId="260"/>
            <ac:spMk id="16" creationId="{9DCA8533-CC5E-4754-9A04-047EDE49E0F9}"/>
          </ac:spMkLst>
        </pc:spChg>
        <pc:picChg chg="mod ord">
          <ac:chgData name="Pascal Lefebvre" userId="f1a0dbc70883107d" providerId="LiveId" clId="{09A53944-2BC8-4FF5-8A23-D41DFC0A3157}" dt="2024-07-27T19:29:24.858" v="28" actId="26606"/>
          <ac:picMkLst>
            <pc:docMk/>
            <pc:sldMk cId="3524707553" sldId="260"/>
            <ac:picMk id="4" creationId="{38CF44B3-9696-2737-928B-0CC0087CB808}"/>
          </ac:picMkLst>
        </pc:picChg>
        <pc:picChg chg="mod">
          <ac:chgData name="Pascal Lefebvre" userId="f1a0dbc70883107d" providerId="LiveId" clId="{09A53944-2BC8-4FF5-8A23-D41DFC0A3157}" dt="2024-07-27T19:29:24.858" v="28" actId="26606"/>
          <ac:picMkLst>
            <pc:docMk/>
            <pc:sldMk cId="3524707553" sldId="260"/>
            <ac:picMk id="5" creationId="{B69BF0C3-C353-A547-B197-D4AA3607F369}"/>
          </ac:picMkLst>
        </pc:picChg>
      </pc:sldChg>
      <pc:sldChg chg="addSp modSp mod setBg">
        <pc:chgData name="Pascal Lefebvre" userId="f1a0dbc70883107d" providerId="LiveId" clId="{09A53944-2BC8-4FF5-8A23-D41DFC0A3157}" dt="2024-07-28T16:49:00.495" v="134" actId="20577"/>
        <pc:sldMkLst>
          <pc:docMk/>
          <pc:sldMk cId="1284565295" sldId="261"/>
        </pc:sldMkLst>
        <pc:spChg chg="mod">
          <ac:chgData name="Pascal Lefebvre" userId="f1a0dbc70883107d" providerId="LiveId" clId="{09A53944-2BC8-4FF5-8A23-D41DFC0A3157}" dt="2024-07-28T16:01:43.186" v="34" actId="26606"/>
          <ac:spMkLst>
            <pc:docMk/>
            <pc:sldMk cId="1284565295" sldId="261"/>
            <ac:spMk id="2" creationId="{D1D12719-98C5-BC33-890D-AE5982C66329}"/>
          </ac:spMkLst>
        </pc:spChg>
        <pc:spChg chg="mod">
          <ac:chgData name="Pascal Lefebvre" userId="f1a0dbc70883107d" providerId="LiveId" clId="{09A53944-2BC8-4FF5-8A23-D41DFC0A3157}" dt="2024-07-28T16:49:00.495" v="134" actId="20577"/>
          <ac:spMkLst>
            <pc:docMk/>
            <pc:sldMk cId="1284565295" sldId="261"/>
            <ac:spMk id="5" creationId="{7BE30B41-4461-2CCA-42AC-F64A79F8C71B}"/>
          </ac:spMkLst>
        </pc:spChg>
        <pc:spChg chg="add">
          <ac:chgData name="Pascal Lefebvre" userId="f1a0dbc70883107d" providerId="LiveId" clId="{09A53944-2BC8-4FF5-8A23-D41DFC0A3157}" dt="2024-07-28T16:01:43.186" v="34" actId="26606"/>
          <ac:spMkLst>
            <pc:docMk/>
            <pc:sldMk cId="1284565295" sldId="261"/>
            <ac:spMk id="1031" creationId="{64C9EE1D-12BB-43F7-9A2A-893578DCA63A}"/>
          </ac:spMkLst>
        </pc:spChg>
        <pc:spChg chg="add">
          <ac:chgData name="Pascal Lefebvre" userId="f1a0dbc70883107d" providerId="LiveId" clId="{09A53944-2BC8-4FF5-8A23-D41DFC0A3157}" dt="2024-07-28T16:01:43.186" v="34" actId="26606"/>
          <ac:spMkLst>
            <pc:docMk/>
            <pc:sldMk cId="1284565295" sldId="261"/>
            <ac:spMk id="1033" creationId="{43962A31-C54E-4762-B155-59777FED1C75}"/>
          </ac:spMkLst>
        </pc:spChg>
        <pc:spChg chg="add">
          <ac:chgData name="Pascal Lefebvre" userId="f1a0dbc70883107d" providerId="LiveId" clId="{09A53944-2BC8-4FF5-8A23-D41DFC0A3157}" dt="2024-07-28T16:01:43.186" v="34" actId="26606"/>
          <ac:spMkLst>
            <pc:docMk/>
            <pc:sldMk cId="1284565295" sldId="261"/>
            <ac:spMk id="1035" creationId="{4B392D36-B685-45E0-B197-6EE5D748093B}"/>
          </ac:spMkLst>
        </pc:spChg>
        <pc:spChg chg="add">
          <ac:chgData name="Pascal Lefebvre" userId="f1a0dbc70883107d" providerId="LiveId" clId="{09A53944-2BC8-4FF5-8A23-D41DFC0A3157}" dt="2024-07-28T16:01:43.186" v="34" actId="26606"/>
          <ac:spMkLst>
            <pc:docMk/>
            <pc:sldMk cId="1284565295" sldId="261"/>
            <ac:spMk id="1037" creationId="{9DCA8533-CC5E-4754-9A04-047EDE49E0F9}"/>
          </ac:spMkLst>
        </pc:spChg>
        <pc:picChg chg="mod ord">
          <ac:chgData name="Pascal Lefebvre" userId="f1a0dbc70883107d" providerId="LiveId" clId="{09A53944-2BC8-4FF5-8A23-D41DFC0A3157}" dt="2024-07-28T16:03:01.971" v="38" actId="1076"/>
          <ac:picMkLst>
            <pc:docMk/>
            <pc:sldMk cId="1284565295" sldId="261"/>
            <ac:picMk id="4" creationId="{7BFC5108-62E5-C4CA-CEB2-03C248508A5E}"/>
          </ac:picMkLst>
        </pc:picChg>
        <pc:picChg chg="add mod">
          <ac:chgData name="Pascal Lefebvre" userId="f1a0dbc70883107d" providerId="LiveId" clId="{09A53944-2BC8-4FF5-8A23-D41DFC0A3157}" dt="2024-07-28T16:48:50.999" v="131" actId="1076"/>
          <ac:picMkLst>
            <pc:docMk/>
            <pc:sldMk cId="1284565295" sldId="261"/>
            <ac:picMk id="1026" creationId="{B3522CE1-B4BD-A808-EBCB-DA7C4B2A773D}"/>
          </ac:picMkLst>
        </pc:picChg>
      </pc:sldChg>
      <pc:sldChg chg="addSp delSp modSp mod setBg setClrOvrMap">
        <pc:chgData name="Pascal Lefebvre" userId="f1a0dbc70883107d" providerId="LiveId" clId="{09A53944-2BC8-4FF5-8A23-D41DFC0A3157}" dt="2024-07-27T19:29:50.058" v="32" actId="26606"/>
        <pc:sldMkLst>
          <pc:docMk/>
          <pc:sldMk cId="2735872143" sldId="263"/>
        </pc:sldMkLst>
        <pc:spChg chg="mod">
          <ac:chgData name="Pascal Lefebvre" userId="f1a0dbc70883107d" providerId="LiveId" clId="{09A53944-2BC8-4FF5-8A23-D41DFC0A3157}" dt="2024-07-27T19:29:50.058" v="32" actId="26606"/>
          <ac:spMkLst>
            <pc:docMk/>
            <pc:sldMk cId="2735872143" sldId="263"/>
            <ac:spMk id="2" creationId="{167DFE23-4BF3-5D39-138E-A1902A87FDEE}"/>
          </ac:spMkLst>
        </pc:spChg>
        <pc:spChg chg="mod">
          <ac:chgData name="Pascal Lefebvre" userId="f1a0dbc70883107d" providerId="LiveId" clId="{09A53944-2BC8-4FF5-8A23-D41DFC0A3157}" dt="2024-07-27T19:29:50.058" v="32" actId="26606"/>
          <ac:spMkLst>
            <pc:docMk/>
            <pc:sldMk cId="2735872143" sldId="263"/>
            <ac:spMk id="3" creationId="{FCDA2869-F21B-8830-5C17-E4B47B9015FA}"/>
          </ac:spMkLst>
        </pc:spChg>
        <pc:spChg chg="add del">
          <ac:chgData name="Pascal Lefebvre" userId="f1a0dbc70883107d" providerId="LiveId" clId="{09A53944-2BC8-4FF5-8A23-D41DFC0A3157}" dt="2024-07-27T19:29:50.049" v="31" actId="26606"/>
          <ac:spMkLst>
            <pc:docMk/>
            <pc:sldMk cId="2735872143" sldId="263"/>
            <ac:spMk id="9" creationId="{17115F77-2FAE-4CA7-9A7F-10D5F2C8F831}"/>
          </ac:spMkLst>
        </pc:spChg>
        <pc:spChg chg="add del">
          <ac:chgData name="Pascal Lefebvre" userId="f1a0dbc70883107d" providerId="LiveId" clId="{09A53944-2BC8-4FF5-8A23-D41DFC0A3157}" dt="2024-07-27T19:29:50.049" v="31" actId="26606"/>
          <ac:spMkLst>
            <pc:docMk/>
            <pc:sldMk cId="2735872143" sldId="263"/>
            <ac:spMk id="11" creationId="{5CD4C046-A04C-46CC-AFA3-6B0621F628C8}"/>
          </ac:spMkLst>
        </pc:spChg>
        <pc:spChg chg="add del">
          <ac:chgData name="Pascal Lefebvre" userId="f1a0dbc70883107d" providerId="LiveId" clId="{09A53944-2BC8-4FF5-8A23-D41DFC0A3157}" dt="2024-07-27T19:29:50.049" v="31" actId="26606"/>
          <ac:spMkLst>
            <pc:docMk/>
            <pc:sldMk cId="2735872143" sldId="263"/>
            <ac:spMk id="13" creationId="{25D5C296-F4B1-4AE5-8EEB-9FEB7ED17780}"/>
          </ac:spMkLst>
        </pc:spChg>
        <pc:spChg chg="add del">
          <ac:chgData name="Pascal Lefebvre" userId="f1a0dbc70883107d" providerId="LiveId" clId="{09A53944-2BC8-4FF5-8A23-D41DFC0A3157}" dt="2024-07-27T19:29:50.049" v="31" actId="26606"/>
          <ac:spMkLst>
            <pc:docMk/>
            <pc:sldMk cId="2735872143" sldId="263"/>
            <ac:spMk id="15" creationId="{9C1ACE66-194D-48C4-A14A-6933B35283F6}"/>
          </ac:spMkLst>
        </pc:spChg>
        <pc:spChg chg="add del">
          <ac:chgData name="Pascal Lefebvre" userId="f1a0dbc70883107d" providerId="LiveId" clId="{09A53944-2BC8-4FF5-8A23-D41DFC0A3157}" dt="2024-07-27T19:29:50.049" v="31" actId="26606"/>
          <ac:spMkLst>
            <pc:docMk/>
            <pc:sldMk cId="2735872143" sldId="263"/>
            <ac:spMk id="17" creationId="{025B886A-7ED1-4B77-819B-76ACBEFB07D0}"/>
          </ac:spMkLst>
        </pc:spChg>
        <pc:spChg chg="add">
          <ac:chgData name="Pascal Lefebvre" userId="f1a0dbc70883107d" providerId="LiveId" clId="{09A53944-2BC8-4FF5-8A23-D41DFC0A3157}" dt="2024-07-27T19:29:50.058" v="32" actId="26606"/>
          <ac:spMkLst>
            <pc:docMk/>
            <pc:sldMk cId="2735872143" sldId="263"/>
            <ac:spMk id="19" creationId="{17115F77-2FAE-4CA7-9A7F-10D5F2C8F831}"/>
          </ac:spMkLst>
        </pc:spChg>
        <pc:spChg chg="add">
          <ac:chgData name="Pascal Lefebvre" userId="f1a0dbc70883107d" providerId="LiveId" clId="{09A53944-2BC8-4FF5-8A23-D41DFC0A3157}" dt="2024-07-27T19:29:50.058" v="32" actId="26606"/>
          <ac:spMkLst>
            <pc:docMk/>
            <pc:sldMk cId="2735872143" sldId="263"/>
            <ac:spMk id="20" creationId="{5CD4C046-A04C-46CC-AFA3-6B0621F628C8}"/>
          </ac:spMkLst>
        </pc:spChg>
        <pc:spChg chg="add">
          <ac:chgData name="Pascal Lefebvre" userId="f1a0dbc70883107d" providerId="LiveId" clId="{09A53944-2BC8-4FF5-8A23-D41DFC0A3157}" dt="2024-07-27T19:29:50.058" v="32" actId="26606"/>
          <ac:spMkLst>
            <pc:docMk/>
            <pc:sldMk cId="2735872143" sldId="263"/>
            <ac:spMk id="21" creationId="{D589E016-1EE1-484C-8423-012B4B78067D}"/>
          </ac:spMkLst>
        </pc:spChg>
        <pc:spChg chg="add">
          <ac:chgData name="Pascal Lefebvre" userId="f1a0dbc70883107d" providerId="LiveId" clId="{09A53944-2BC8-4FF5-8A23-D41DFC0A3157}" dt="2024-07-27T19:29:50.058" v="32" actId="26606"/>
          <ac:spMkLst>
            <pc:docMk/>
            <pc:sldMk cId="2735872143" sldId="263"/>
            <ac:spMk id="23" creationId="{46100866-3689-418C-84D9-07C7E2435C86}"/>
          </ac:spMkLst>
        </pc:spChg>
        <pc:picChg chg="add del">
          <ac:chgData name="Pascal Lefebvre" userId="f1a0dbc70883107d" providerId="LiveId" clId="{09A53944-2BC8-4FF5-8A23-D41DFC0A3157}" dt="2024-07-27T19:29:50.049" v="31" actId="26606"/>
          <ac:picMkLst>
            <pc:docMk/>
            <pc:sldMk cId="2735872143" sldId="263"/>
            <ac:picMk id="5" creationId="{23B65AE6-D718-1FA7-CDC2-BAEF4D631D19}"/>
          </ac:picMkLst>
        </pc:picChg>
        <pc:picChg chg="add">
          <ac:chgData name="Pascal Lefebvre" userId="f1a0dbc70883107d" providerId="LiveId" clId="{09A53944-2BC8-4FF5-8A23-D41DFC0A3157}" dt="2024-07-27T19:29:50.058" v="32" actId="26606"/>
          <ac:picMkLst>
            <pc:docMk/>
            <pc:sldMk cId="2735872143" sldId="263"/>
            <ac:picMk id="22" creationId="{FB2BD99B-F8D8-7557-0E53-782B0C36F380}"/>
          </ac:picMkLst>
        </pc:picChg>
      </pc:sldChg>
      <pc:sldChg chg="addSp delSp modSp mod setBg">
        <pc:chgData name="Pascal Lefebvre" userId="f1a0dbc70883107d" providerId="LiveId" clId="{09A53944-2BC8-4FF5-8A23-D41DFC0A3157}" dt="2024-07-27T19:29:42.377" v="29" actId="26606"/>
        <pc:sldMkLst>
          <pc:docMk/>
          <pc:sldMk cId="307062111" sldId="264"/>
        </pc:sldMkLst>
        <pc:spChg chg="mod">
          <ac:chgData name="Pascal Lefebvre" userId="f1a0dbc70883107d" providerId="LiveId" clId="{09A53944-2BC8-4FF5-8A23-D41DFC0A3157}" dt="2024-07-27T19:29:42.377" v="29" actId="26606"/>
          <ac:spMkLst>
            <pc:docMk/>
            <pc:sldMk cId="307062111" sldId="264"/>
            <ac:spMk id="2" creationId="{35B7CD32-4CF5-6D39-AA73-C1EDD34BB99E}"/>
          </ac:spMkLst>
        </pc:spChg>
        <pc:spChg chg="del">
          <ac:chgData name="Pascal Lefebvre" userId="f1a0dbc70883107d" providerId="LiveId" clId="{09A53944-2BC8-4FF5-8A23-D41DFC0A3157}" dt="2024-07-27T19:29:42.377" v="29" actId="26606"/>
          <ac:spMkLst>
            <pc:docMk/>
            <pc:sldMk cId="307062111" sldId="264"/>
            <ac:spMk id="3" creationId="{38C9232C-8081-348A-637D-7A9848AF5410}"/>
          </ac:spMkLst>
        </pc:spChg>
        <pc:graphicFrameChg chg="add">
          <ac:chgData name="Pascal Lefebvre" userId="f1a0dbc70883107d" providerId="LiveId" clId="{09A53944-2BC8-4FF5-8A23-D41DFC0A3157}" dt="2024-07-27T19:29:42.377" v="29" actId="26606"/>
          <ac:graphicFrameMkLst>
            <pc:docMk/>
            <pc:sldMk cId="307062111" sldId="264"/>
            <ac:graphicFrameMk id="5" creationId="{C00BE976-F3D9-4A2D-2E36-073551051861}"/>
          </ac:graphicFrameMkLst>
        </pc:graphicFrameChg>
      </pc:sldChg>
      <pc:sldChg chg="addSp modSp mod setBg">
        <pc:chgData name="Pascal Lefebvre" userId="f1a0dbc70883107d" providerId="LiveId" clId="{09A53944-2BC8-4FF5-8A23-D41DFC0A3157}" dt="2024-07-27T19:28:32.780" v="26" actId="26606"/>
        <pc:sldMkLst>
          <pc:docMk/>
          <pc:sldMk cId="2209800271" sldId="266"/>
        </pc:sldMkLst>
        <pc:spChg chg="mod">
          <ac:chgData name="Pascal Lefebvre" userId="f1a0dbc70883107d" providerId="LiveId" clId="{09A53944-2BC8-4FF5-8A23-D41DFC0A3157}" dt="2024-07-27T19:28:32.780" v="26" actId="26606"/>
          <ac:spMkLst>
            <pc:docMk/>
            <pc:sldMk cId="2209800271" sldId="266"/>
            <ac:spMk id="2" creationId="{B94DCF91-7D39-8471-7C0A-D7DD52DCF83A}"/>
          </ac:spMkLst>
        </pc:spChg>
        <pc:spChg chg="mod ord">
          <ac:chgData name="Pascal Lefebvre" userId="f1a0dbc70883107d" providerId="LiveId" clId="{09A53944-2BC8-4FF5-8A23-D41DFC0A3157}" dt="2024-07-27T19:28:32.780" v="26" actId="26606"/>
          <ac:spMkLst>
            <pc:docMk/>
            <pc:sldMk cId="2209800271" sldId="266"/>
            <ac:spMk id="3" creationId="{40429AEC-7B51-650C-3FAB-C045ED5CA27F}"/>
          </ac:spMkLst>
        </pc:spChg>
        <pc:spChg chg="add">
          <ac:chgData name="Pascal Lefebvre" userId="f1a0dbc70883107d" providerId="LiveId" clId="{09A53944-2BC8-4FF5-8A23-D41DFC0A3157}" dt="2024-07-27T19:28:32.780" v="26" actId="26606"/>
          <ac:spMkLst>
            <pc:docMk/>
            <pc:sldMk cId="2209800271" sldId="266"/>
            <ac:spMk id="1033" creationId="{A1DFCBE5-52C1-48A9-89CF-E7D68CCA1620}"/>
          </ac:spMkLst>
        </pc:spChg>
        <pc:spChg chg="add">
          <ac:chgData name="Pascal Lefebvre" userId="f1a0dbc70883107d" providerId="LiveId" clId="{09A53944-2BC8-4FF5-8A23-D41DFC0A3157}" dt="2024-07-27T19:28:32.780" v="26" actId="26606"/>
          <ac:spMkLst>
            <pc:docMk/>
            <pc:sldMk cId="2209800271" sldId="266"/>
            <ac:spMk id="1035" creationId="{EB17C8F6-D357-4254-BBAC-96B01EEBE162}"/>
          </ac:spMkLst>
        </pc:spChg>
        <pc:picChg chg="add mod">
          <ac:chgData name="Pascal Lefebvre" userId="f1a0dbc70883107d" providerId="LiveId" clId="{09A53944-2BC8-4FF5-8A23-D41DFC0A3157}" dt="2024-07-27T19:28:32.780" v="26" actId="26606"/>
          <ac:picMkLst>
            <pc:docMk/>
            <pc:sldMk cId="2209800271" sldId="266"/>
            <ac:picMk id="1026" creationId="{F3D37EE3-FD51-59A8-3C37-9EC3B6A47BF9}"/>
          </ac:picMkLst>
        </pc:picChg>
        <pc:picChg chg="add mod">
          <ac:chgData name="Pascal Lefebvre" userId="f1a0dbc70883107d" providerId="LiveId" clId="{09A53944-2BC8-4FF5-8A23-D41DFC0A3157}" dt="2024-07-27T19:28:32.780" v="26" actId="26606"/>
          <ac:picMkLst>
            <pc:docMk/>
            <pc:sldMk cId="2209800271" sldId="266"/>
            <ac:picMk id="1028" creationId="{6819E29F-09DB-7C5A-D759-5BB5DAE80118}"/>
          </ac:picMkLst>
        </pc:picChg>
      </pc:sldChg>
      <pc:sldChg chg="addSp delSp modSp new mod setBg">
        <pc:chgData name="Pascal Lefebvre" userId="f1a0dbc70883107d" providerId="LiveId" clId="{09A53944-2BC8-4FF5-8A23-D41DFC0A3157}" dt="2024-07-28T16:49:45.951" v="156" actId="20577"/>
        <pc:sldMkLst>
          <pc:docMk/>
          <pc:sldMk cId="2897843417" sldId="267"/>
        </pc:sldMkLst>
        <pc:spChg chg="mod">
          <ac:chgData name="Pascal Lefebvre" userId="f1a0dbc70883107d" providerId="LiveId" clId="{09A53944-2BC8-4FF5-8A23-D41DFC0A3157}" dt="2024-07-28T16:49:45.951" v="156" actId="20577"/>
          <ac:spMkLst>
            <pc:docMk/>
            <pc:sldMk cId="2897843417" sldId="267"/>
            <ac:spMk id="2" creationId="{EBD3D279-895A-0507-F629-F40DE7359C17}"/>
          </ac:spMkLst>
        </pc:spChg>
        <pc:spChg chg="del">
          <ac:chgData name="Pascal Lefebvre" userId="f1a0dbc70883107d" providerId="LiveId" clId="{09A53944-2BC8-4FF5-8A23-D41DFC0A3157}" dt="2024-07-28T16:45:14.445" v="43"/>
          <ac:spMkLst>
            <pc:docMk/>
            <pc:sldMk cId="2897843417" sldId="267"/>
            <ac:spMk id="3" creationId="{665A35E8-C3A7-B8E1-E04C-9E42E8AB6333}"/>
          </ac:spMkLst>
        </pc:spChg>
        <pc:spChg chg="add del">
          <ac:chgData name="Pascal Lefebvre" userId="f1a0dbc70883107d" providerId="LiveId" clId="{09A53944-2BC8-4FF5-8A23-D41DFC0A3157}" dt="2024-07-28T16:48:39.556" v="128" actId="26606"/>
          <ac:spMkLst>
            <pc:docMk/>
            <pc:sldMk cId="2897843417" sldId="267"/>
            <ac:spMk id="2061" creationId="{64C9EE1D-12BB-43F7-9A2A-893578DCA63A}"/>
          </ac:spMkLst>
        </pc:spChg>
        <pc:spChg chg="add del">
          <ac:chgData name="Pascal Lefebvre" userId="f1a0dbc70883107d" providerId="LiveId" clId="{09A53944-2BC8-4FF5-8A23-D41DFC0A3157}" dt="2024-07-28T16:48:39.556" v="128" actId="26606"/>
          <ac:spMkLst>
            <pc:docMk/>
            <pc:sldMk cId="2897843417" sldId="267"/>
            <ac:spMk id="2063" creationId="{43962A31-C54E-4762-B155-59777FED1C75}"/>
          </ac:spMkLst>
        </pc:spChg>
        <pc:spChg chg="add del">
          <ac:chgData name="Pascal Lefebvre" userId="f1a0dbc70883107d" providerId="LiveId" clId="{09A53944-2BC8-4FF5-8A23-D41DFC0A3157}" dt="2024-07-28T16:48:39.556" v="128" actId="26606"/>
          <ac:spMkLst>
            <pc:docMk/>
            <pc:sldMk cId="2897843417" sldId="267"/>
            <ac:spMk id="2065" creationId="{4B392D36-B685-45E0-B197-6EE5D748093B}"/>
          </ac:spMkLst>
        </pc:spChg>
        <pc:spChg chg="add del">
          <ac:chgData name="Pascal Lefebvre" userId="f1a0dbc70883107d" providerId="LiveId" clId="{09A53944-2BC8-4FF5-8A23-D41DFC0A3157}" dt="2024-07-28T16:48:39.556" v="128" actId="26606"/>
          <ac:spMkLst>
            <pc:docMk/>
            <pc:sldMk cId="2897843417" sldId="267"/>
            <ac:spMk id="2067" creationId="{9DCA8533-CC5E-4754-9A04-047EDE49E0F9}"/>
          </ac:spMkLst>
        </pc:spChg>
        <pc:spChg chg="add">
          <ac:chgData name="Pascal Lefebvre" userId="f1a0dbc70883107d" providerId="LiveId" clId="{09A53944-2BC8-4FF5-8A23-D41DFC0A3157}" dt="2024-07-28T16:48:39.556" v="128" actId="26606"/>
          <ac:spMkLst>
            <pc:docMk/>
            <pc:sldMk cId="2897843417" sldId="267"/>
            <ac:spMk id="2072" creationId="{64C9EE1D-12BB-43F7-9A2A-893578DCA63A}"/>
          </ac:spMkLst>
        </pc:spChg>
        <pc:spChg chg="add">
          <ac:chgData name="Pascal Lefebvre" userId="f1a0dbc70883107d" providerId="LiveId" clId="{09A53944-2BC8-4FF5-8A23-D41DFC0A3157}" dt="2024-07-28T16:48:39.556" v="128" actId="26606"/>
          <ac:spMkLst>
            <pc:docMk/>
            <pc:sldMk cId="2897843417" sldId="267"/>
            <ac:spMk id="2074" creationId="{43962A31-C54E-4762-B155-59777FED1C75}"/>
          </ac:spMkLst>
        </pc:spChg>
        <pc:spChg chg="add">
          <ac:chgData name="Pascal Lefebvre" userId="f1a0dbc70883107d" providerId="LiveId" clId="{09A53944-2BC8-4FF5-8A23-D41DFC0A3157}" dt="2024-07-28T16:48:39.556" v="128" actId="26606"/>
          <ac:spMkLst>
            <pc:docMk/>
            <pc:sldMk cId="2897843417" sldId="267"/>
            <ac:spMk id="2076" creationId="{4B392D36-B685-45E0-B197-6EE5D748093B}"/>
          </ac:spMkLst>
        </pc:spChg>
        <pc:spChg chg="add">
          <ac:chgData name="Pascal Lefebvre" userId="f1a0dbc70883107d" providerId="LiveId" clId="{09A53944-2BC8-4FF5-8A23-D41DFC0A3157}" dt="2024-07-28T16:48:39.556" v="128" actId="26606"/>
          <ac:spMkLst>
            <pc:docMk/>
            <pc:sldMk cId="2897843417" sldId="267"/>
            <ac:spMk id="2078" creationId="{9DCA8533-CC5E-4754-9A04-047EDE49E0F9}"/>
          </ac:spMkLst>
        </pc:spChg>
        <pc:picChg chg="add mod">
          <ac:chgData name="Pascal Lefebvre" userId="f1a0dbc70883107d" providerId="LiveId" clId="{09A53944-2BC8-4FF5-8A23-D41DFC0A3157}" dt="2024-07-28T16:45:57.051" v="49" actId="26606"/>
          <ac:picMkLst>
            <pc:docMk/>
            <pc:sldMk cId="2897843417" sldId="267"/>
            <ac:picMk id="2050" creationId="{89461919-BCB2-8E9E-0997-A682A52B3B18}"/>
          </ac:picMkLst>
        </pc:picChg>
        <pc:picChg chg="add mod">
          <ac:chgData name="Pascal Lefebvre" userId="f1a0dbc70883107d" providerId="LiveId" clId="{09A53944-2BC8-4FF5-8A23-D41DFC0A3157}" dt="2024-07-28T16:45:57.051" v="49" actId="26606"/>
          <ac:picMkLst>
            <pc:docMk/>
            <pc:sldMk cId="2897843417" sldId="267"/>
            <ac:picMk id="2052" creationId="{35C0AB36-61A0-7431-3739-30B2522007D6}"/>
          </ac:picMkLst>
        </pc:picChg>
        <pc:picChg chg="add mod">
          <ac:chgData name="Pascal Lefebvre" userId="f1a0dbc70883107d" providerId="LiveId" clId="{09A53944-2BC8-4FF5-8A23-D41DFC0A3157}" dt="2024-07-28T16:45:57.051" v="49" actId="26606"/>
          <ac:picMkLst>
            <pc:docMk/>
            <pc:sldMk cId="2897843417" sldId="267"/>
            <ac:picMk id="2054" creationId="{F11A2A83-3732-AB16-191F-4EDEC406C600}"/>
          </ac:picMkLst>
        </pc:picChg>
        <pc:picChg chg="add mod">
          <ac:chgData name="Pascal Lefebvre" userId="f1a0dbc70883107d" providerId="LiveId" clId="{09A53944-2BC8-4FF5-8A23-D41DFC0A3157}" dt="2024-07-28T16:45:57.051" v="49" actId="26606"/>
          <ac:picMkLst>
            <pc:docMk/>
            <pc:sldMk cId="2897843417" sldId="267"/>
            <ac:picMk id="2056" creationId="{2393568E-A219-F380-1D53-71D3C831AEED}"/>
          </ac:picMkLst>
        </pc:picChg>
        <pc:picChg chg="add mod">
          <ac:chgData name="Pascal Lefebvre" userId="f1a0dbc70883107d" providerId="LiveId" clId="{09A53944-2BC8-4FF5-8A23-D41DFC0A3157}" dt="2024-07-28T16:47:19.967" v="101" actId="1076"/>
          <ac:picMkLst>
            <pc:docMk/>
            <pc:sldMk cId="2897843417" sldId="267"/>
            <ac:picMk id="2058" creationId="{76080A12-CB6F-DE09-2A01-B63975180D15}"/>
          </ac:picMkLst>
        </pc:picChg>
        <pc:picChg chg="add mod">
          <ac:chgData name="Pascal Lefebvre" userId="f1a0dbc70883107d" providerId="LiveId" clId="{09A53944-2BC8-4FF5-8A23-D41DFC0A3157}" dt="2024-07-28T16:47:20.438" v="102"/>
          <ac:picMkLst>
            <pc:docMk/>
            <pc:sldMk cId="2897843417" sldId="267"/>
            <ac:picMk id="2060" creationId="{5961A9FB-5FDC-3DBA-9314-F554335077DF}"/>
          </ac:picMkLst>
        </pc:picChg>
        <pc:picChg chg="add del mod">
          <ac:chgData name="Pascal Lefebvre" userId="f1a0dbc70883107d" providerId="LiveId" clId="{09A53944-2BC8-4FF5-8A23-D41DFC0A3157}" dt="2024-07-28T16:48:31.571" v="127" actId="21"/>
          <ac:picMkLst>
            <pc:docMk/>
            <pc:sldMk cId="2897843417" sldId="267"/>
            <ac:picMk id="2062" creationId="{9719A14E-5F87-C8A2-04E5-45CA9DE8E8AD}"/>
          </ac:picMkLst>
        </pc:picChg>
        <pc:picChg chg="add del mod">
          <ac:chgData name="Pascal Lefebvre" userId="f1a0dbc70883107d" providerId="LiveId" clId="{09A53944-2BC8-4FF5-8A23-D41DFC0A3157}" dt="2024-07-28T16:47:58.305" v="108" actId="21"/>
          <ac:picMkLst>
            <pc:docMk/>
            <pc:sldMk cId="2897843417" sldId="267"/>
            <ac:picMk id="2064" creationId="{8DEB9D8C-4B02-2DF4-5E1E-4C323942C0FE}"/>
          </ac:picMkLst>
        </pc:picChg>
      </pc:sldChg>
      <pc:sldChg chg="addSp delSp modSp new mod setBg">
        <pc:chgData name="Pascal Lefebvre" userId="f1a0dbc70883107d" providerId="LiveId" clId="{09A53944-2BC8-4FF5-8A23-D41DFC0A3157}" dt="2024-07-28T16:48:27.974" v="126" actId="26606"/>
        <pc:sldMkLst>
          <pc:docMk/>
          <pc:sldMk cId="2376494737" sldId="268"/>
        </pc:sldMkLst>
        <pc:spChg chg="mod">
          <ac:chgData name="Pascal Lefebvre" userId="f1a0dbc70883107d" providerId="LiveId" clId="{09A53944-2BC8-4FF5-8A23-D41DFC0A3157}" dt="2024-07-28T16:48:23.841" v="125" actId="20577"/>
          <ac:spMkLst>
            <pc:docMk/>
            <pc:sldMk cId="2376494737" sldId="268"/>
            <ac:spMk id="2" creationId="{7C519C59-EE8D-14F4-CEC0-A750E26F24D2}"/>
          </ac:spMkLst>
        </pc:spChg>
        <pc:spChg chg="mod">
          <ac:chgData name="Pascal Lefebvre" userId="f1a0dbc70883107d" providerId="LiveId" clId="{09A53944-2BC8-4FF5-8A23-D41DFC0A3157}" dt="2024-07-28T16:48:08.742" v="111" actId="26606"/>
          <ac:spMkLst>
            <pc:docMk/>
            <pc:sldMk cId="2376494737" sldId="268"/>
            <ac:spMk id="3" creationId="{5A1468DD-2ECA-F256-FF48-B531F61A4C1A}"/>
          </ac:spMkLst>
        </pc:spChg>
        <pc:spChg chg="add del">
          <ac:chgData name="Pascal Lefebvre" userId="f1a0dbc70883107d" providerId="LiveId" clId="{09A53944-2BC8-4FF5-8A23-D41DFC0A3157}" dt="2024-07-28T16:48:27.974" v="126" actId="26606"/>
          <ac:spMkLst>
            <pc:docMk/>
            <pc:sldMk cId="2376494737" sldId="268"/>
            <ac:spMk id="2069" creationId="{6B086509-1281-468A-AAAC-1BBEDAE75736}"/>
          </ac:spMkLst>
        </pc:spChg>
        <pc:spChg chg="add del">
          <ac:chgData name="Pascal Lefebvre" userId="f1a0dbc70883107d" providerId="LiveId" clId="{09A53944-2BC8-4FF5-8A23-D41DFC0A3157}" dt="2024-07-28T16:48:27.974" v="126" actId="26606"/>
          <ac:spMkLst>
            <pc:docMk/>
            <pc:sldMk cId="2376494737" sldId="268"/>
            <ac:spMk id="2071" creationId="{EEA73850-2107-4E65-85FE-EDD3F45FCDA2}"/>
          </ac:spMkLst>
        </pc:spChg>
        <pc:spChg chg="add">
          <ac:chgData name="Pascal Lefebvre" userId="f1a0dbc70883107d" providerId="LiveId" clId="{09A53944-2BC8-4FF5-8A23-D41DFC0A3157}" dt="2024-07-28T16:48:27.974" v="126" actId="26606"/>
          <ac:spMkLst>
            <pc:docMk/>
            <pc:sldMk cId="2376494737" sldId="268"/>
            <ac:spMk id="2076" creationId="{6B086509-1281-468A-AAAC-1BBEDAE75736}"/>
          </ac:spMkLst>
        </pc:spChg>
        <pc:spChg chg="add">
          <ac:chgData name="Pascal Lefebvre" userId="f1a0dbc70883107d" providerId="LiveId" clId="{09A53944-2BC8-4FF5-8A23-D41DFC0A3157}" dt="2024-07-28T16:48:27.974" v="126" actId="26606"/>
          <ac:spMkLst>
            <pc:docMk/>
            <pc:sldMk cId="2376494737" sldId="268"/>
            <ac:spMk id="2078" creationId="{EEA73850-2107-4E65-85FE-EDD3F45FCDA2}"/>
          </ac:spMkLst>
        </pc:spChg>
        <pc:picChg chg="add mod">
          <ac:chgData name="Pascal Lefebvre" userId="f1a0dbc70883107d" providerId="LiveId" clId="{09A53944-2BC8-4FF5-8A23-D41DFC0A3157}" dt="2024-07-28T16:48:08.742" v="111" actId="26606"/>
          <ac:picMkLst>
            <pc:docMk/>
            <pc:sldMk cId="2376494737" sldId="268"/>
            <ac:picMk id="4" creationId="{AED74CB6-4096-40AA-26B1-43373AD47D62}"/>
          </ac:picMkLst>
        </pc:picChg>
        <pc:picChg chg="add mod">
          <ac:chgData name="Pascal Lefebvre" userId="f1a0dbc70883107d" providerId="LiveId" clId="{09A53944-2BC8-4FF5-8A23-D41DFC0A3157}" dt="2024-07-28T16:48:08.742" v="111" actId="26606"/>
          <ac:picMkLst>
            <pc:docMk/>
            <pc:sldMk cId="2376494737" sldId="268"/>
            <ac:picMk id="2064" creationId="{8DEB9D8C-4B02-2DF4-5E1E-4C323942C0F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91BA23-464A-418C-9ACA-25C54DC935C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92FA00-081F-4F24-A3A4-81896AE99701}">
      <dgm:prSet/>
      <dgm:spPr/>
      <dgm:t>
        <a:bodyPr/>
        <a:lstStyle/>
        <a:p>
          <a:r>
            <a:rPr lang="nl-BE"/>
            <a:t>Vijvers kunnen door heel veel zaken vervuild worden</a:t>
          </a:r>
          <a:endParaRPr lang="en-US"/>
        </a:p>
      </dgm:t>
    </dgm:pt>
    <dgm:pt modelId="{9262ABE4-D44C-4122-B166-7F713B4AFEC9}" type="parTrans" cxnId="{DF784994-04DD-49B9-B22F-26AAE1E8B6EA}">
      <dgm:prSet/>
      <dgm:spPr/>
      <dgm:t>
        <a:bodyPr/>
        <a:lstStyle/>
        <a:p>
          <a:endParaRPr lang="en-US"/>
        </a:p>
      </dgm:t>
    </dgm:pt>
    <dgm:pt modelId="{1BA8EE2E-3610-48B1-85B6-1B1172721962}" type="sibTrans" cxnId="{DF784994-04DD-49B9-B22F-26AAE1E8B6EA}">
      <dgm:prSet/>
      <dgm:spPr/>
      <dgm:t>
        <a:bodyPr/>
        <a:lstStyle/>
        <a:p>
          <a:endParaRPr lang="en-US"/>
        </a:p>
      </dgm:t>
    </dgm:pt>
    <dgm:pt modelId="{F087C8F7-C37F-4CDF-9AB2-04ED0B656AD4}">
      <dgm:prSet/>
      <dgm:spPr/>
      <dgm:t>
        <a:bodyPr/>
        <a:lstStyle/>
        <a:p>
          <a:r>
            <a:rPr lang="nl-BE"/>
            <a:t>Wij willen ervoor zorgen dat mensen gewaarschuwd worden.</a:t>
          </a:r>
          <a:endParaRPr lang="en-US"/>
        </a:p>
      </dgm:t>
    </dgm:pt>
    <dgm:pt modelId="{73D49915-4D04-48A6-B705-D73B2186D48B}" type="parTrans" cxnId="{C4CBF20D-625B-4D4F-9FD5-FB63FFFC558E}">
      <dgm:prSet/>
      <dgm:spPr/>
      <dgm:t>
        <a:bodyPr/>
        <a:lstStyle/>
        <a:p>
          <a:endParaRPr lang="en-US"/>
        </a:p>
      </dgm:t>
    </dgm:pt>
    <dgm:pt modelId="{5F8C9B05-AB6A-4B2E-B9E3-3835A88873F7}" type="sibTrans" cxnId="{C4CBF20D-625B-4D4F-9FD5-FB63FFFC558E}">
      <dgm:prSet/>
      <dgm:spPr/>
      <dgm:t>
        <a:bodyPr/>
        <a:lstStyle/>
        <a:p>
          <a:endParaRPr lang="en-US"/>
        </a:p>
      </dgm:t>
    </dgm:pt>
    <dgm:pt modelId="{B546C140-8F2E-4948-A2E6-887D31314D12}" type="pres">
      <dgm:prSet presAssocID="{1391BA23-464A-418C-9ACA-25C54DC935CA}" presName="linear" presStyleCnt="0">
        <dgm:presLayoutVars>
          <dgm:animLvl val="lvl"/>
          <dgm:resizeHandles val="exact"/>
        </dgm:presLayoutVars>
      </dgm:prSet>
      <dgm:spPr/>
    </dgm:pt>
    <dgm:pt modelId="{6710D9FB-D38F-4D77-89FA-39DB2C5C3B5F}" type="pres">
      <dgm:prSet presAssocID="{8992FA00-081F-4F24-A3A4-81896AE997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181797-8D9E-4F0A-8EA6-6764A65A578A}" type="pres">
      <dgm:prSet presAssocID="{1BA8EE2E-3610-48B1-85B6-1B1172721962}" presName="spacer" presStyleCnt="0"/>
      <dgm:spPr/>
    </dgm:pt>
    <dgm:pt modelId="{A72605FC-7170-47CA-9C5A-0831B0EC796C}" type="pres">
      <dgm:prSet presAssocID="{F087C8F7-C37F-4CDF-9AB2-04ED0B656AD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4CBF20D-625B-4D4F-9FD5-FB63FFFC558E}" srcId="{1391BA23-464A-418C-9ACA-25C54DC935CA}" destId="{F087C8F7-C37F-4CDF-9AB2-04ED0B656AD4}" srcOrd="1" destOrd="0" parTransId="{73D49915-4D04-48A6-B705-D73B2186D48B}" sibTransId="{5F8C9B05-AB6A-4B2E-B9E3-3835A88873F7}"/>
    <dgm:cxn modelId="{E38E948C-00CD-4FE2-AAE6-8AEC7F75061F}" type="presOf" srcId="{8992FA00-081F-4F24-A3A4-81896AE99701}" destId="{6710D9FB-D38F-4D77-89FA-39DB2C5C3B5F}" srcOrd="0" destOrd="0" presId="urn:microsoft.com/office/officeart/2005/8/layout/vList2"/>
    <dgm:cxn modelId="{DF784994-04DD-49B9-B22F-26AAE1E8B6EA}" srcId="{1391BA23-464A-418C-9ACA-25C54DC935CA}" destId="{8992FA00-081F-4F24-A3A4-81896AE99701}" srcOrd="0" destOrd="0" parTransId="{9262ABE4-D44C-4122-B166-7F713B4AFEC9}" sibTransId="{1BA8EE2E-3610-48B1-85B6-1B1172721962}"/>
    <dgm:cxn modelId="{370908B3-B910-41C2-A7C2-19C5A938B567}" type="presOf" srcId="{1391BA23-464A-418C-9ACA-25C54DC935CA}" destId="{B546C140-8F2E-4948-A2E6-887D31314D12}" srcOrd="0" destOrd="0" presId="urn:microsoft.com/office/officeart/2005/8/layout/vList2"/>
    <dgm:cxn modelId="{877DE6C5-DCF8-4909-BD24-ED886913E99B}" type="presOf" srcId="{F087C8F7-C37F-4CDF-9AB2-04ED0B656AD4}" destId="{A72605FC-7170-47CA-9C5A-0831B0EC796C}" srcOrd="0" destOrd="0" presId="urn:microsoft.com/office/officeart/2005/8/layout/vList2"/>
    <dgm:cxn modelId="{DF553617-ECB0-47B6-8588-632C73E799B5}" type="presParOf" srcId="{B546C140-8F2E-4948-A2E6-887D31314D12}" destId="{6710D9FB-D38F-4D77-89FA-39DB2C5C3B5F}" srcOrd="0" destOrd="0" presId="urn:microsoft.com/office/officeart/2005/8/layout/vList2"/>
    <dgm:cxn modelId="{138E166E-656C-4DD8-A68B-A53168605CCB}" type="presParOf" srcId="{B546C140-8F2E-4948-A2E6-887D31314D12}" destId="{A2181797-8D9E-4F0A-8EA6-6764A65A578A}" srcOrd="1" destOrd="0" presId="urn:microsoft.com/office/officeart/2005/8/layout/vList2"/>
    <dgm:cxn modelId="{1C6CF0B8-C029-4B06-A303-DF0290C75BD4}" type="presParOf" srcId="{B546C140-8F2E-4948-A2E6-887D31314D12}" destId="{A72605FC-7170-47CA-9C5A-0831B0EC796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0D9FB-D38F-4D77-89FA-39DB2C5C3B5F}">
      <dsp:nvSpPr>
        <dsp:cNvPr id="0" name=""/>
        <dsp:cNvSpPr/>
      </dsp:nvSpPr>
      <dsp:spPr>
        <a:xfrm>
          <a:off x="0" y="18914"/>
          <a:ext cx="7728267" cy="246138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4400" kern="1200"/>
            <a:t>Vijvers kunnen door heel veel zaken vervuild worden</a:t>
          </a:r>
          <a:endParaRPr lang="en-US" sz="4400" kern="1200"/>
        </a:p>
      </dsp:txBody>
      <dsp:txXfrm>
        <a:off x="120155" y="139069"/>
        <a:ext cx="7487957" cy="2221077"/>
      </dsp:txXfrm>
    </dsp:sp>
    <dsp:sp modelId="{A72605FC-7170-47CA-9C5A-0831B0EC796C}">
      <dsp:nvSpPr>
        <dsp:cNvPr id="0" name=""/>
        <dsp:cNvSpPr/>
      </dsp:nvSpPr>
      <dsp:spPr>
        <a:xfrm>
          <a:off x="0" y="2607022"/>
          <a:ext cx="7728267" cy="2461387"/>
        </a:xfrm>
        <a:prstGeom prst="roundRect">
          <a:avLst/>
        </a:prstGeom>
        <a:solidFill>
          <a:schemeClr val="accent2">
            <a:hueOff val="1954454"/>
            <a:satOff val="-31534"/>
            <a:lumOff val="-549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4400" kern="1200"/>
            <a:t>Wij willen ervoor zorgen dat mensen gewaarschuwd worden.</a:t>
          </a:r>
          <a:endParaRPr lang="en-US" sz="4400" kern="1200"/>
        </a:p>
      </dsp:txBody>
      <dsp:txXfrm>
        <a:off x="120155" y="2727177"/>
        <a:ext cx="7487957" cy="2221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52305-F16D-0872-EC7A-C41E3AA5C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0152" y="1874918"/>
            <a:ext cx="7315200" cy="2128564"/>
          </a:xfrm>
        </p:spPr>
        <p:txBody>
          <a:bodyPr>
            <a:normAutofit fontScale="90000"/>
          </a:bodyPr>
          <a:lstStyle/>
          <a:p>
            <a:pPr algn="ctr"/>
            <a:r>
              <a:rPr lang="nl-BE" dirty="0"/>
              <a:t>Opdracht </a:t>
            </a:r>
            <a:r>
              <a:rPr lang="nl-BE" dirty="0" err="1"/>
              <a:t>process</a:t>
            </a:r>
            <a:r>
              <a:rPr lang="nl-BE" dirty="0"/>
              <a:t> design: Combo </a:t>
            </a:r>
            <a:r>
              <a:rPr lang="nl-BE" dirty="0" err="1"/>
              <a:t>waterkwaliteits</a:t>
            </a:r>
            <a:r>
              <a:rPr lang="nl-BE"/>
              <a:t> meter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4B23F3D-2461-8346-9F8D-D2A5D9281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622" y="4983082"/>
            <a:ext cx="7315200" cy="914400"/>
          </a:xfrm>
        </p:spPr>
        <p:txBody>
          <a:bodyPr>
            <a:normAutofit/>
          </a:bodyPr>
          <a:lstStyle/>
          <a:p>
            <a:r>
              <a:rPr lang="nl-B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Fabrice </a:t>
            </a:r>
            <a:r>
              <a:rPr lang="nl-BE" sz="18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Gouba</a:t>
            </a:r>
            <a:r>
              <a:rPr lang="nl-BE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en Pascal </a:t>
            </a:r>
            <a:r>
              <a:rPr lang="nl-B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Lefe</a:t>
            </a:r>
            <a:r>
              <a:rPr lang="en-B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bv</a:t>
            </a:r>
            <a:r>
              <a:rPr lang="nl-B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 </a:t>
            </a:r>
          </a:p>
          <a:p>
            <a:r>
              <a:rPr lang="nl-BE" sz="1800" dirty="0">
                <a:latin typeface="Calibri" panose="020F0502020204030204" pitchFamily="34" charset="0"/>
                <a:cs typeface="Arial" panose="020B0604020202020204" pitchFamily="34" charset="0"/>
              </a:rPr>
              <a:t>Docent: Lerroy M.</a:t>
            </a:r>
            <a:r>
              <a:rPr lang="nl-BE" sz="1000" dirty="0">
                <a:effectLst/>
              </a:rPr>
              <a:t> </a:t>
            </a:r>
            <a:endParaRPr lang="nl-BE" sz="1100" dirty="0">
              <a:effectLst/>
            </a:endParaRPr>
          </a:p>
          <a:p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199093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1727"/>
    </mc:Choice>
    <mc:Fallback xmlns="">
      <p:transition spd="slow" advTm="64172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 useBgFill="1">
        <p:nvSpPr>
          <p:cNvPr id="21" name="Rectangle 12">
            <a:extLst>
              <a:ext uri="{FF2B5EF4-FFF2-40B4-BE49-F238E27FC236}">
                <a16:creationId xmlns:a16="http://schemas.microsoft.com/office/drawing/2014/main" id="{D589E016-1EE1-484C-8423-012B4B780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Elektronische onderdelen op een witte achtergrond">
            <a:extLst>
              <a:ext uri="{FF2B5EF4-FFF2-40B4-BE49-F238E27FC236}">
                <a16:creationId xmlns:a16="http://schemas.microsoft.com/office/drawing/2014/main" id="{FB2BD99B-F8D8-7557-0E53-782B0C36F3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5708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3" name="Rectangle 14">
            <a:extLst>
              <a:ext uri="{FF2B5EF4-FFF2-40B4-BE49-F238E27FC236}">
                <a16:creationId xmlns:a16="http://schemas.microsoft.com/office/drawing/2014/main" id="{46100866-3689-418C-84D9-07C7E2435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00114"/>
            <a:ext cx="4053525" cy="425777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7DFE23-4BF3-5D39-138E-A1902A87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57" y="1653703"/>
            <a:ext cx="3361953" cy="24704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spc="-100">
                <a:solidFill>
                  <a:schemeClr val="tx1"/>
                </a:solidFill>
              </a:rPr>
              <a:t>Wie zijn wij?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DA2869-F21B-8830-5C17-E4B47B901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724" y="4260714"/>
            <a:ext cx="3331786" cy="10320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Studenten Elektronica ICT in hun eerste fase in Vives Kortrijk</a:t>
            </a:r>
          </a:p>
        </p:txBody>
      </p:sp>
    </p:spTree>
    <p:extLst>
      <p:ext uri="{BB962C8B-B14F-4D97-AF65-F5344CB8AC3E}">
        <p14:creationId xmlns:p14="http://schemas.microsoft.com/office/powerpoint/2010/main" val="2735872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B7CD32-4CF5-6D39-AA73-C1EDD34BB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nl-BE" dirty="0"/>
              <a:t>Wat is het probleem en waarom?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C00BE976-F3D9-4A2D-2E36-0735510518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9428939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06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DA079B-DD10-4962-B3F6-FB49E961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gaan we dit aanpakken?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F06A76-EC7D-E82E-B121-B4BE06910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Met een combo waterkwaliteitsmeter</a:t>
            </a:r>
          </a:p>
        </p:txBody>
      </p:sp>
    </p:spTree>
    <p:extLst>
      <p:ext uri="{BB962C8B-B14F-4D97-AF65-F5344CB8AC3E}">
        <p14:creationId xmlns:p14="http://schemas.microsoft.com/office/powerpoint/2010/main" val="231086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A1DFCBE5-52C1-48A9-89CF-E7D68CCA1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B17C8F6-D357-4254-BBAC-96B01EEBE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47203"/>
            <a:ext cx="11707367" cy="2572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4DCF91-7D39-8471-7C0A-D7DD52DCF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91" y="4049486"/>
            <a:ext cx="4825480" cy="1883228"/>
          </a:xfrm>
        </p:spPr>
        <p:txBody>
          <a:bodyPr>
            <a:normAutofit/>
          </a:bodyPr>
          <a:lstStyle/>
          <a:p>
            <a:pPr algn="r"/>
            <a:r>
              <a:rPr lang="nl-BE" sz="4400"/>
              <a:t>Waaruit bestaat hij?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D37EE3-FD51-59A8-3C37-9EC3B6A47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13211" y="633927"/>
            <a:ext cx="3540474" cy="272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819E29F-09DB-7C5A-D759-5BB5DAE80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8316" y="633927"/>
            <a:ext cx="3037509" cy="272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0429AEC-7B51-650C-3FAB-C045ED5CA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8316" y="4049485"/>
            <a:ext cx="4846151" cy="1883229"/>
          </a:xfrm>
        </p:spPr>
        <p:txBody>
          <a:bodyPr>
            <a:normAutofit/>
          </a:bodyPr>
          <a:lstStyle/>
          <a:p>
            <a:endParaRPr lang="nl-BE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80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D12719-98C5-BC33-890D-AE5982C6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/>
              <a:t>App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BE30B41-4461-2CCA-42AC-F64A79F8C71B}"/>
              </a:ext>
            </a:extLst>
          </p:cNvPr>
          <p:cNvSpPr txBox="1"/>
          <p:nvPr/>
        </p:nvSpPr>
        <p:spPr>
          <a:xfrm>
            <a:off x="1100014" y="5666792"/>
            <a:ext cx="10180696" cy="542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</a:pPr>
            <a:endParaRPr lang="en-US" sz="2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522CE1-B4BD-A808-EBCB-DA7C4B2A7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03342" y="-2"/>
            <a:ext cx="8188657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Pictogram smartphonepictogram mobiele telefoon' Mannen T-shirt | Spreadshirt">
            <a:extLst>
              <a:ext uri="{FF2B5EF4-FFF2-40B4-BE49-F238E27FC236}">
                <a16:creationId xmlns:a16="http://schemas.microsoft.com/office/drawing/2014/main" id="{7BFC5108-62E5-C4CA-CEB2-03C248508A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3556755" cy="355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565295"/>
      </p:ext>
    </p:extLst>
  </p:cSld>
  <p:clrMapOvr>
    <a:masterClrMapping/>
  </p:clrMapOvr>
  <p:transition spd="slow" advTm="1281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Rectangle 2071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 useBgFill="1">
        <p:nvSpPr>
          <p:cNvPr id="2076" name="Rectangle 2075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BD3D279-895A-0507-F629-F40DE7359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 dirty="0" err="1"/>
              <a:t>Belangrijkste</a:t>
            </a:r>
            <a:r>
              <a:rPr lang="en-US" sz="5900" spc="-100" dirty="0"/>
              <a:t> </a:t>
            </a:r>
            <a:r>
              <a:rPr lang="en-US" sz="5900" spc="-100" dirty="0" err="1"/>
              <a:t>schermen</a:t>
            </a:r>
            <a:endParaRPr lang="en-US" sz="5900" spc="-1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461919-BCB2-8E9E-0997-A682A52B3B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6210" y="484632"/>
            <a:ext cx="2294106" cy="355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5C0AB36-61A0-7431-3739-30B252200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62462" y="493470"/>
            <a:ext cx="2341625" cy="354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11A2A83-3732-AB16-191F-4EDEC406C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8449" y="484632"/>
            <a:ext cx="2329674" cy="355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2393568E-A219-F380-1D53-71D3C831A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64015" y="484632"/>
            <a:ext cx="2338566" cy="355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843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6" name="Rectangle 2075">
            <a:extLst>
              <a:ext uri="{FF2B5EF4-FFF2-40B4-BE49-F238E27FC236}">
                <a16:creationId xmlns:a16="http://schemas.microsoft.com/office/drawing/2014/main" id="{6B086509-1281-468A-AAAC-1BBEDAE7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EEA73850-2107-4E65-85FE-EDD3F45F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2000"/>
            <a:ext cx="4053525" cy="53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519C59-EE8D-14F4-CEC0-A750E26F2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616348" cy="1322637"/>
          </a:xfrm>
        </p:spPr>
        <p:txBody>
          <a:bodyPr>
            <a:normAutofit/>
          </a:bodyPr>
          <a:lstStyle/>
          <a:p>
            <a:r>
              <a:rPr lang="nl-BE" dirty="0"/>
              <a:t>Extra info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1468DD-2ECA-F256-FF48-B531F61A4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20" y="2597864"/>
            <a:ext cx="3616348" cy="3386883"/>
          </a:xfrm>
        </p:spPr>
        <p:txBody>
          <a:bodyPr anchor="t">
            <a:normAutofit/>
          </a:bodyPr>
          <a:lstStyle/>
          <a:p>
            <a:endParaRPr lang="nl-BE">
              <a:solidFill>
                <a:srgbClr val="FFFFFF"/>
              </a:solidFill>
            </a:endParaRPr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8DEB9D8C-4B02-2DF4-5E1E-4C323942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5391" y="816097"/>
            <a:ext cx="3435968" cy="522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AED74CB6-4096-40AA-26B1-43373AD47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1399" y="825993"/>
            <a:ext cx="3435969" cy="520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494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13A95FF-1A75-49AA-86AE-EED61BD0E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70E4FFD5-4C46-6098-5B02-3E00BFCC6E28}"/>
              </a:ext>
            </a:extLst>
          </p:cNvPr>
          <p:cNvSpPr txBox="1"/>
          <p:nvPr/>
        </p:nvSpPr>
        <p:spPr>
          <a:xfrm>
            <a:off x="289249" y="1123837"/>
            <a:ext cx="4016116" cy="1255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Meten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Kwaliteit vijverwater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EDB8EEA-945F-7AA7-8CBB-A01FBCA4A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016116" cy="32745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Ph</a:t>
            </a:r>
          </a:p>
          <a:p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</a:rPr>
              <a:t>KH</a:t>
            </a:r>
          </a:p>
          <a:p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</a:rPr>
              <a:t>NO2</a:t>
            </a:r>
          </a:p>
          <a:p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</a:rPr>
              <a:t>NH3 en NH4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1BF644-8C40-DF30-71A6-A4CE5E677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1" r="10686" b="2"/>
          <a:stretch/>
        </p:blipFill>
        <p:spPr bwMode="auto">
          <a:xfrm>
            <a:off x="5137463" y="759599"/>
            <a:ext cx="6193767" cy="53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47343995"/>
      </p:ext>
    </p:extLst>
  </p:cSld>
  <p:clrMapOvr>
    <a:masterClrMapping/>
  </p:clrMapOvr>
  <p:transition spd="slow" advTm="3908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4BDD3-222F-2C65-E929-DE6FE5A4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Sensoren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8758DA-5FFA-CE99-E857-B90872728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nl-BE" dirty="0"/>
              <a:t>PH en KH sensor</a:t>
            </a:r>
          </a:p>
          <a:p>
            <a:pPr>
              <a:buFont typeface="Wingdings" pitchFamily="2" charset="2"/>
              <a:buChar char="Ø"/>
            </a:pPr>
            <a:endParaRPr lang="nl-BE" dirty="0"/>
          </a:p>
          <a:p>
            <a:pPr>
              <a:buFont typeface="Wingdings" pitchFamily="2" charset="2"/>
              <a:buChar char="Ø"/>
            </a:pPr>
            <a:endParaRPr lang="nl-BE" dirty="0"/>
          </a:p>
          <a:p>
            <a:pPr>
              <a:buFont typeface="Wingdings" pitchFamily="2" charset="2"/>
              <a:buChar char="Ø"/>
            </a:pPr>
            <a:r>
              <a:rPr lang="nl-BE" dirty="0"/>
              <a:t>NH3 en NH4 sensor</a:t>
            </a:r>
          </a:p>
          <a:p>
            <a:pPr>
              <a:buFont typeface="Wingdings" pitchFamily="2" charset="2"/>
              <a:buChar char="Ø"/>
            </a:pPr>
            <a:endParaRPr lang="nl-BE" dirty="0"/>
          </a:p>
          <a:p>
            <a:pPr>
              <a:buFont typeface="Wingdings" pitchFamily="2" charset="2"/>
              <a:buChar char="Ø"/>
            </a:pPr>
            <a:endParaRPr lang="nl-BE" dirty="0"/>
          </a:p>
          <a:p>
            <a:pPr>
              <a:buFont typeface="Wingdings" pitchFamily="2" charset="2"/>
              <a:buChar char="Ø"/>
            </a:pPr>
            <a:r>
              <a:rPr lang="nl-BE" dirty="0"/>
              <a:t>NO2 sensor</a:t>
            </a:r>
          </a:p>
        </p:txBody>
      </p:sp>
      <p:pic>
        <p:nvPicPr>
          <p:cNvPr id="4" name="Picture 12" descr="EWS-ISE-NH3 Ammonia Nitrogen Sensor - UlikSensor">
            <a:extLst>
              <a:ext uri="{FF2B5EF4-FFF2-40B4-BE49-F238E27FC236}">
                <a16:creationId xmlns:a16="http://schemas.microsoft.com/office/drawing/2014/main" id="{95E67FF2-59A4-757A-B2BF-348388253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181" y="2787054"/>
            <a:ext cx="1202000" cy="120200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5FE7622D-D2DF-4470-4285-8AF1288B8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868" y="1420652"/>
            <a:ext cx="1202000" cy="1202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</p:pic>
      <p:pic>
        <p:nvPicPr>
          <p:cNvPr id="6" name="Picture 20" descr="Nitraat - nitriet - CZV - BZV TriOS - Multi Instruments Analytical">
            <a:extLst>
              <a:ext uri="{FF2B5EF4-FFF2-40B4-BE49-F238E27FC236}">
                <a16:creationId xmlns:a16="http://schemas.microsoft.com/office/drawing/2014/main" id="{5D89BF66-138B-04D6-E70D-849C9F2D9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857" y="4106133"/>
            <a:ext cx="1339324" cy="1338084"/>
          </a:xfrm>
          <a:prstGeom prst="rect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6466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C863E1-D1BD-54CA-80BF-48CD6F877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spc="-100"/>
              <a:t>Microcontroller</a:t>
            </a:r>
            <a:br>
              <a:rPr lang="en-US" sz="3200" spc="-100"/>
            </a:br>
            <a:r>
              <a:rPr lang="en-US" sz="3200" spc="-100"/>
              <a:t>en wifi-module</a:t>
            </a:r>
          </a:p>
        </p:txBody>
      </p:sp>
      <p:pic>
        <p:nvPicPr>
          <p:cNvPr id="5" name="Picture 8" descr="DEBO ESP8266: Ontwikkelingsbord - ESP8266 WiFi-module bei reichelt  elektronik">
            <a:extLst>
              <a:ext uri="{FF2B5EF4-FFF2-40B4-BE49-F238E27FC236}">
                <a16:creationId xmlns:a16="http://schemas.microsoft.com/office/drawing/2014/main" id="{B69BF0C3-C353-A547-B197-D4AA3607F3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3691" y="940916"/>
            <a:ext cx="4789994" cy="264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TM32 Nucleo Development Boards - STMicro | Mouser">
            <a:extLst>
              <a:ext uri="{FF2B5EF4-FFF2-40B4-BE49-F238E27FC236}">
                <a16:creationId xmlns:a16="http://schemas.microsoft.com/office/drawing/2014/main" id="{38CF44B3-9696-2737-928B-0CC0087CB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8316" y="520650"/>
            <a:ext cx="4789992" cy="348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70755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483AF-A69C-3A7F-64DA-7AB26DD8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7" y="1690009"/>
            <a:ext cx="3090304" cy="3468837"/>
          </a:xfrm>
        </p:spPr>
        <p:txBody>
          <a:bodyPr/>
          <a:lstStyle/>
          <a:p>
            <a:pPr algn="ctr"/>
            <a:r>
              <a:rPr lang="nl-BE" dirty="0"/>
              <a:t>Combo waterkwaliteits meter</a:t>
            </a:r>
          </a:p>
        </p:txBody>
      </p:sp>
      <p:pic>
        <p:nvPicPr>
          <p:cNvPr id="4" name="Tijdelijke aanduiding voor inhoud 3" descr="Afbeelding met schets, stekker&#10;&#10;Automatisch gegenereerde beschrijving">
            <a:extLst>
              <a:ext uri="{FF2B5EF4-FFF2-40B4-BE49-F238E27FC236}">
                <a16:creationId xmlns:a16="http://schemas.microsoft.com/office/drawing/2014/main" id="{B0A8BFAF-311B-0E5F-4806-4C5DEF565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425" y="1366837"/>
            <a:ext cx="7315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4874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2902A-FA5D-45A8-81EE-4342D330F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2B538A-2A50-48E0-89A4-F2D2EEB12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7030" y="-5522982"/>
            <a:ext cx="384048" cy="1143001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9273A-84F0-4EF0-9ABB-6725351DB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228428" y="272368"/>
            <a:ext cx="1741251" cy="11430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726BC69-C90A-757C-A53F-32A6E3E7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281127"/>
            <a:ext cx="10905066" cy="938698"/>
          </a:xfrm>
        </p:spPr>
        <p:txBody>
          <a:bodyPr>
            <a:normAutofit/>
          </a:bodyPr>
          <a:lstStyle/>
          <a:p>
            <a:pPr algn="ctr"/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6D731B3-EE74-EAAC-B8E6-6C582DE51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864108"/>
            <a:ext cx="10905066" cy="3785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E" sz="13800" b="1" dirty="0"/>
              <a:t>EINDE</a:t>
            </a:r>
            <a:endParaRPr lang="nl-NL" sz="13800" b="1" dirty="0"/>
          </a:p>
        </p:txBody>
      </p:sp>
    </p:spTree>
    <p:extLst>
      <p:ext uri="{BB962C8B-B14F-4D97-AF65-F5344CB8AC3E}">
        <p14:creationId xmlns:p14="http://schemas.microsoft.com/office/powerpoint/2010/main" val="2532007849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4|0.2|0.1"/>
</p:tagLst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0</TotalTime>
  <Words>104</Words>
  <Application>Microsoft Office PowerPoint</Application>
  <PresentationFormat>Breedbeeld</PresentationFormat>
  <Paragraphs>34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Calibri</vt:lpstr>
      <vt:lpstr>Corbel</vt:lpstr>
      <vt:lpstr>Wingdings</vt:lpstr>
      <vt:lpstr>Wingdings 2</vt:lpstr>
      <vt:lpstr>Frame</vt:lpstr>
      <vt:lpstr>Opdracht process design: Combo waterkwaliteits meter</vt:lpstr>
      <vt:lpstr>Wie zijn wij?</vt:lpstr>
      <vt:lpstr>Wat is het probleem en waarom?</vt:lpstr>
      <vt:lpstr>Hoe gaan we dit aanpakken?</vt:lpstr>
      <vt:lpstr>Waaruit bestaat hij?</vt:lpstr>
      <vt:lpstr>App</vt:lpstr>
      <vt:lpstr>Belangrijkste schermen</vt:lpstr>
      <vt:lpstr>Extra info</vt:lpstr>
      <vt:lpstr>PowerPoint-presentatie</vt:lpstr>
      <vt:lpstr>Sensoren</vt:lpstr>
      <vt:lpstr>Microcontroller en wifi-module</vt:lpstr>
      <vt:lpstr>Combo waterkwaliteits meter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Opdracht Process design.</dc:title>
  <dc:creator>Vanessa Ranson</dc:creator>
  <cp:lastModifiedBy>Pascal Lefebvre</cp:lastModifiedBy>
  <cp:revision>4</cp:revision>
  <dcterms:created xsi:type="dcterms:W3CDTF">2024-01-01T17:01:30Z</dcterms:created>
  <dcterms:modified xsi:type="dcterms:W3CDTF">2024-07-28T16:49:50Z</dcterms:modified>
</cp:coreProperties>
</file>